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d0c46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d0c46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a9dec67c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a9dec67c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a9dec67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a9dec67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a9dec67c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a9dec67c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a9dec67c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a9dec67c6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9dec67c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9dec67c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9dec67c6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9dec67c6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9dec67c6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9dec67c6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9dec67c6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9dec67c6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41369" y="14279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MEDINSURE CASE STUDY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19539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 3 &amp; 7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6D03C-689C-42C6-D3F3-FCAB0F90CC5C}"/>
              </a:ext>
            </a:extLst>
          </p:cNvPr>
          <p:cNvSpPr txBox="1"/>
          <p:nvPr/>
        </p:nvSpPr>
        <p:spPr>
          <a:xfrm>
            <a:off x="2215669" y="3503711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GROUP 14B</a:t>
            </a:r>
          </a:p>
          <a:p>
            <a:r>
              <a:rPr lang="en" dirty="0"/>
              <a:t>VIKAS LALWANI 1RV23AI119</a:t>
            </a:r>
          </a:p>
          <a:p>
            <a:r>
              <a:rPr lang="en" dirty="0"/>
              <a:t>YASH SHARMA 1RV23AI121</a:t>
            </a:r>
          </a:p>
          <a:p>
            <a:r>
              <a:rPr lang="en" dirty="0"/>
              <a:t>VINOD KUMAR 1RV23AI120</a:t>
            </a:r>
          </a:p>
          <a:p>
            <a:r>
              <a:rPr lang="en" dirty="0"/>
              <a:t>VAIVASVAT VERMA 1RV23AI116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: Identify sources of model risk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79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Identify the sources of model risk in this scenario. How does poor performance on rare surgical claims illustrate the importance of evaluating model robustness across subpopulations?</a:t>
            </a:r>
            <a:br>
              <a:rPr lang="en"/>
            </a:br>
            <a:br>
              <a:rPr lang="en"/>
            </a:br>
            <a:r>
              <a:rPr lang="en"/>
              <a:t>CAUSES: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•    Rare surgical procedures barely appear in 5-year history.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•    Model overfits to common patterns (simple, frequent claims).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•    Poor generalization to rare, complex cases.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: Identify sources of model risk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79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•    All claims involving rare surgeries → mandatory manual review, no auto-approval.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•    Collect more data on those procedures (maybe across more years / external datasets).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•    Use oversampling / class weighting for rare groups.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: Identify sources of model risk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79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All claims involving rare surgeries are under mandatory manual review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Individually go through cases that have low data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Increases labour on part of reviewer but increases accuracy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all classifications are according to standards as they are done by a qualified person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: Identify sources of model risk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79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Collect more data on those procedures (maybe across more years / external datasets).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more data from external sources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match the cost, compare against other surgeries from the same source and normalize the cost to your standards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your cost or target variable is correct relative to your pricing scheme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: Identify sources of model risk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79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Give rarer data a higher weight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a threshold for surgeries to be considered rare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 surgeries below this in the training data have a higher weight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rare data isnt ignored during training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Q7 assess whether the model is ready for production.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List the mandatory fixes required before deployment.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660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Based on all the issues identified, assess whether the model is ready for production. List the mandatory fixes required before deployment.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CAUSE: 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Environment mismatch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proper versioning 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accessing 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QA and Testing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reproducibility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API Down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Diagnosis code can be manipulated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Q7 assess whether the model is ready for production.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the mandatory fixes required before deployment.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660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200"/>
              <a:t>SOLUTION</a:t>
            </a:r>
            <a:endParaRPr sz="8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 b="1">
                <a:solidFill>
                  <a:schemeClr val="dk1"/>
                </a:solidFill>
              </a:rPr>
              <a:t>1. Fix Environment Consistency</a:t>
            </a:r>
            <a:endParaRPr sz="52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Use Docker to freeze Python + library versions.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Ensure dev/staging/production run the same environment.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 b="1">
                <a:solidFill>
                  <a:schemeClr val="dk1"/>
                </a:solidFill>
              </a:rPr>
              <a:t>2. Repair Data Pipeline &amp; Schema</a:t>
            </a:r>
            <a:endParaRPr sz="52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Restore or rebuild </a:t>
            </a:r>
            <a:r>
              <a:rPr lang="en" sz="5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hospital_risk_score</a:t>
            </a:r>
            <a:r>
              <a:rPr lang="en" sz="5200">
                <a:solidFill>
                  <a:schemeClr val="dk1"/>
                </a:solidFill>
              </a:rPr>
              <a:t>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200">
                <a:solidFill>
                  <a:schemeClr val="dk1"/>
                </a:solidFill>
              </a:rPr>
              <a:t>Add strict schema validation for all features before inference.</a:t>
            </a:r>
            <a:br>
              <a:rPr lang="en" sz="5200">
                <a:solidFill>
                  <a:schemeClr val="dk1"/>
                </a:solidFill>
              </a:rPr>
            </a:br>
            <a:endParaRPr sz="5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Q7 assess whether the model is ready for production.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the mandatory fixes required before deployment.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660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3. Improve Model Reliability for Rare Cases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0956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Send rare/complex surgeries to manual review.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095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Collect more data or re-train with oversampling/class-weighting.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4. Ensure API Stability Under Load</a:t>
            </a:r>
            <a:endParaRPr sz="1500" b="1">
              <a:solidFill>
                <a:schemeClr val="dk1"/>
              </a:solidFill>
            </a:endParaRPr>
          </a:p>
          <a:p>
            <a:pPr marL="457200" lvl="0" indent="-30956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Enable horizontal scaling + load balancing.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0956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Use asynchronous queues during traffic spikes.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Q7 assess whether the model is ready for production.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the mandatory fixes required before deployment.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660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5. Achieve Full Reproducibility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Version data, code, configs, hyperparameters.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Log environment metadata for every training run.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6. Strengthen Security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Validate diagnosis codes against approved lists.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Add fraud/anomaly detection checks before model scoring.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 Mono</vt:lpstr>
      <vt:lpstr>Simple Light</vt:lpstr>
      <vt:lpstr>MEDINSURE CASE STUDY</vt:lpstr>
      <vt:lpstr>Q3 : Identify sources of model risk</vt:lpstr>
      <vt:lpstr>Q3 : Identify sources of model risk</vt:lpstr>
      <vt:lpstr>Q3 : Identify sources of model risk</vt:lpstr>
      <vt:lpstr>Q3 : Identify sources of model risk</vt:lpstr>
      <vt:lpstr>Q3 : Identify sources of model risk</vt:lpstr>
      <vt:lpstr>Q7 assess whether the model is ready for production. List the mandatory fixes required before deployment.</vt:lpstr>
      <vt:lpstr>Q7 assess whether the model is ready for production. List the mandatory fixes required before deployment.</vt:lpstr>
      <vt:lpstr>Q7 assess whether the model is ready for production. List the mandatory fixes required before deployment.</vt:lpstr>
      <vt:lpstr>Q7 assess whether the model is ready for production. List the mandatory fixes required before deployment.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lalwani</cp:lastModifiedBy>
  <cp:revision>1</cp:revision>
  <dcterms:modified xsi:type="dcterms:W3CDTF">2025-12-09T16:01:07Z</dcterms:modified>
</cp:coreProperties>
</file>